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46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Product: End-to-End Summary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675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trusted CGIP base image to governed VMSS deployment, rolling upgrade, health gate and rollback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77824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7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950976" cy="950976"/>
          </a:xfrm>
          <a:prstGeom prst="ellipse">
            <a:avLst/>
          </a:prstGeom>
          <a:solidFill>
            <a:srgbClr val="0078D4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CGIP 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baseline + patch level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700784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3472" y="1572768"/>
            <a:ext cx="950976" cy="950976"/>
          </a:xfrm>
          <a:prstGeom prst="ellipse">
            <a:avLst/>
          </a:prstGeom>
          <a:solidFill>
            <a:srgbClr val="005A9E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95728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 triggers Image Builder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602736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35424" y="1572768"/>
            <a:ext cx="950976" cy="950976"/>
          </a:xfrm>
          <a:prstGeom prst="ellipse">
            <a:avLst/>
          </a:prstGeom>
          <a:solidFill>
            <a:srgbClr val="107C10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9392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boot and readiness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504688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7376" y="1572768"/>
            <a:ext cx="950976" cy="950976"/>
          </a:xfrm>
          <a:prstGeom prst="ellipse">
            <a:avLst/>
          </a:prstGeom>
          <a:solidFill>
            <a:srgbClr val="5C2D91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99632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CDKTF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VMSS module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406640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39328" y="1572768"/>
            <a:ext cx="950976" cy="950976"/>
          </a:xfrm>
          <a:prstGeom prst="ellipse">
            <a:avLst/>
          </a:prstGeom>
          <a:solidFill>
            <a:srgbClr val="C75B12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01584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83296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batches + max surge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308592" y="2048256"/>
            <a:ext cx="859536" cy="0"/>
          </a:xfrm>
          <a:prstGeom prst="line">
            <a:avLst/>
          </a:prstGeom>
          <a:noFill/>
          <a:ln w="2921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241280" y="1572768"/>
            <a:ext cx="950976" cy="950976"/>
          </a:xfrm>
          <a:prstGeom prst="ellipse">
            <a:avLst/>
          </a:prstGeom>
          <a:solidFill>
            <a:srgbClr val="17365D"/>
          </a:solidFill>
          <a:ln w="1524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003536" y="26334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85248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gate, repair, rollback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66928" y="3657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deck explains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blurRad="12700" dist="50800" dir="27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4462272"/>
            <a:ext cx="502920" cy="502920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591056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Factory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91056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CGIP base image → ADO → AIB → immutable Compute Gallery image version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370832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blurRad="12700" dist="50800" dir="27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26864" y="4462272"/>
            <a:ext cx="502920" cy="502920"/>
          </a:xfrm>
          <a:prstGeom prst="ellipse">
            <a:avLst/>
          </a:prstGeom>
          <a:solidFill>
            <a:srgbClr val="5C2D91"/>
          </a:solidFill>
          <a:ln>
            <a:solidFill>
              <a:srgbClr val="5C2D9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035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Deployment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CDKTF converts approved inputs into VMSS, identity, networking and autoscale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083296" y="409651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blurRad="12700" dist="50800" dir="27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39328" y="4462272"/>
            <a:ext cx="502920" cy="502920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015984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Operations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15984" y="4754880"/>
            <a:ext cx="226771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upgrade with batch controls, health probes, repair and rollback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1993392" y="5833872"/>
            <a:ext cx="8229600" cy="384048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repeatable, auditable and recoverable Azure VMSS platform deployment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Macintosh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Marru, Harshith Kumar (IST-ACCENTURE)</cp:lastModifiedBy>
  <cp:revision>2</cp:revision>
  <dcterms:created xsi:type="dcterms:W3CDTF">2026-07-21T13:23:43Z</dcterms:created>
  <dcterms:modified xsi:type="dcterms:W3CDTF">2026-07-21T13:27:15Z</dcterms:modified>
</cp:coreProperties>
</file>